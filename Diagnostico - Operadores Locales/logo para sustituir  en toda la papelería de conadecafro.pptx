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1266E-6BBC-A83C-93A2-97CA38DA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BBD0C7-0A63-0D36-4C8F-6DDF187BF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61DE12-7CF1-38FE-7977-C93D576F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54F3B-BB86-62FD-EF39-8F59ED63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9A7045-A803-7F3F-994D-DC211442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3520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91CBC-6A1C-4F1D-1A8B-6A81A2B0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219B8-9DAC-6D03-7B2B-CCB4C776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20D42C-FC35-1416-864E-B836A0FA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911118-11A0-A7BC-1BFC-2CC64A65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41C92F-960C-DF48-04FF-A598D8D7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4047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E9218-E3F4-AB1B-9D4F-097613F9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25B2B2-E879-A16F-51BF-22C21BED1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51B5A2-F3F8-8C6E-4333-E4A30235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B524D-21D5-97F5-4910-DE754C46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A4A7A2-8948-62B5-33A9-F4954D11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041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265EF-10AA-239C-723C-5E9D575C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2D288-0E08-F9F5-881B-AF37BBE2F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80A25C-2C61-3D20-EE3B-1DE5EF634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411597-C1ED-98DF-A3C5-1C04B328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AA2EB-2B53-F0D1-DC5B-01547E06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867CCD-F0D7-ABDE-BCDE-587EEA10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482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FFFA1-521F-087D-CE0F-8E9F8B4D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0E7B5F-0D66-91E8-B1BF-063988800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06607F-C3BD-7265-500D-DEC98056E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E882C1-88C2-D8B0-2FD6-B92D8BA07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E88DA2-1A13-98E3-3FE0-EE09E1565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396336-DC05-D639-C941-F7E4EBE0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749FE7-C7E1-7BDA-6CC0-90387C51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8443E7-4DE3-09B1-D973-BED51B9F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6017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0296D-E28C-B375-4398-517AEEF6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3349A0-6D35-15E5-6030-E347DA2B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73D452-8FD5-49D9-6A34-A2B6887D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2FE77C-E689-220B-7FA2-9C5AD0FF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4994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19A0F7-FD75-9B2F-0644-6575946E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A43FF4-B15C-AFB3-A04D-EB6C9AD9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D989AC-BA7E-C9DF-BF20-9CACB305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2019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A04DA-B864-9482-5644-EF564F1A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0BD1BC-E49A-90F4-EE1A-DE16AEB9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FBC9D3-2DAB-1542-4629-96BDB82FE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94FABB-DB57-D336-491C-B5435EAE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A00ADC-81B9-2FA8-6755-4B260ED9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324C68-4C10-3E5A-1840-5BC713C8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8418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422D7-4051-C43F-92DB-D9948AAF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72E9F1-A387-2219-C5EA-36E8F2447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900121-87AC-B7F8-872F-156A7288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5BF81C-076B-6A22-481D-7733EB15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08248C-988F-BA91-D4FB-A78F74A1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B0A22F-E9A3-A1BC-C705-BFFA711D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7292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958B4-47BD-F6D1-D547-4373FE5C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3C8A5-BD7B-FD00-C504-BE6095BC8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05E73A-E4D4-9D50-FF30-0520C429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28D7B-2F9E-3E28-1FDE-C740A5FF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5062C1-1331-8207-0FD9-9456B726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1040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2CB275-8900-CA4E-AD6F-76DA673B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5373E8-0C65-9983-2670-1CB12545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33AA41-3F2C-5849-F78A-42B22500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C71A94-E0E2-0480-4BFB-3A52A94B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55B847-5151-2D2F-4FB2-73019195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2084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2912ED-399C-D8E4-759C-0CB00794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1F376B-40D9-C6FA-43A7-1B079F787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B6FE0-56C0-23D5-6BF6-34A45D18A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18074-55FD-4502-B72C-4D19E3857CE6}" type="datetimeFigureOut">
              <a:rPr lang="es-VE" smtClean="0"/>
              <a:t>7/6/2026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A7F25E-A21D-03FF-0FCC-DB3D58EC0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73F32-9DFC-2B8C-02F5-365723D8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CE1E3-C191-45A3-8856-1F7B32208F2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1692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5E4FE285-99BB-4E34-C7B7-A38061CD178A}"/>
              </a:ext>
            </a:extLst>
          </p:cNvPr>
          <p:cNvGrpSpPr/>
          <p:nvPr/>
        </p:nvGrpSpPr>
        <p:grpSpPr>
          <a:xfrm>
            <a:off x="127000" y="38100"/>
            <a:ext cx="11049000" cy="1333500"/>
            <a:chOff x="127000" y="38100"/>
            <a:chExt cx="11049000" cy="133350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0B38BF2-8F7D-4C29-F32D-126CDF5B1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38100"/>
              <a:ext cx="4043216" cy="1333500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5112347-FA75-3FE9-1BCF-D0496543469D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9116" y="270898"/>
              <a:ext cx="3106884" cy="814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EAA1ACF-9E79-FFF9-0698-7DC89B0D8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0216" y="209550"/>
              <a:ext cx="3500584" cy="93345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2F3F5A-F4B5-6887-C512-876091694A9C}"/>
              </a:ext>
            </a:extLst>
          </p:cNvPr>
          <p:cNvGrpSpPr/>
          <p:nvPr/>
        </p:nvGrpSpPr>
        <p:grpSpPr>
          <a:xfrm>
            <a:off x="1255409" y="1717742"/>
            <a:ext cx="7543800" cy="814951"/>
            <a:chOff x="127000" y="38100"/>
            <a:chExt cx="11049000" cy="13335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BF83BDA-CEA9-6125-93C1-DA3AF9FAC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38100"/>
              <a:ext cx="4043216" cy="13335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99150F53-9D53-0A63-E135-F8DD96E3DC87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9116" y="270898"/>
              <a:ext cx="3106884" cy="814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9164C75-69AC-C7F3-F144-6FCD77023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0216" y="209550"/>
              <a:ext cx="3500584" cy="93345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1F0C6F3-B67A-3311-3315-534611C4334A}"/>
              </a:ext>
            </a:extLst>
          </p:cNvPr>
          <p:cNvGrpSpPr/>
          <p:nvPr/>
        </p:nvGrpSpPr>
        <p:grpSpPr>
          <a:xfrm>
            <a:off x="2148608" y="3072508"/>
            <a:ext cx="6224066" cy="714983"/>
            <a:chOff x="127000" y="38100"/>
            <a:chExt cx="11049000" cy="1333500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634ECA4-0619-315C-ABD2-C9C23B0CC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38100"/>
              <a:ext cx="4043216" cy="133350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B087F161-C9D9-C008-4366-06C6E2926244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9116" y="270898"/>
              <a:ext cx="3106884" cy="814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13B19089-AFF8-89ED-0996-E5C37E333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0216" y="209550"/>
              <a:ext cx="3500584" cy="93345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97243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Marizabel Blanco Sifontes</dc:creator>
  <cp:lastModifiedBy>Marizabel Blanco Sifontes</cp:lastModifiedBy>
  <cp:revision>1</cp:revision>
  <dcterms:created xsi:type="dcterms:W3CDTF">2026-06-07T16:39:51Z</dcterms:created>
  <dcterms:modified xsi:type="dcterms:W3CDTF">2026-06-07T16:44:57Z</dcterms:modified>
</cp:coreProperties>
</file>